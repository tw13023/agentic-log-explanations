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Train-Only Evidence Store Is Sufficient for RAG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Advisor Question: "Why not use the full dataset for the evidence store (as in typical RAG)?"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5577840" cy="411480"/>
          </a:xfrm>
          <a:prstGeom prst="round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33333"/>
                </a:solidFill>
                <a:latin typeface="Calibri"/>
              </a:defRPr>
            </a:pPr>
            <a:r>
              <a:t>1. Prevents data leakage  --  Using only train-set logs ensures the retriever never sees test-set anomalies during evidence construction.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2. Simulates real deployment  --  In production, only historical (past) logs are available when a new anomaly arrives. Train-only mirrors this temporal split.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3. Controls for confounding  --  If test anomalies appear in the evidence store, the LLM could retrieve near-identical sessions, inflating retrieval metrics artificially.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4. Standard ML practice  --  Train/test separation is fundamental. RAG's retrieval corpus is part of the model's knowledge base and must respect the same split.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57784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Empirical Evidence (RQ2 Phase 1)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6596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25880"/>
                <a:gridCol w="1325880"/>
              </a:tblGrid>
              <a:tr h="3086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HDFS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Train-only corpus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332,356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402,542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Whole-dataset corpus size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474,796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575,061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Anomaly overlap rate (E1-E4)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Top-1 anomaly match rate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86.0%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Perfect overlap (4/4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docs in anomaly top-4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 / 4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 / 4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Sessions with 0 new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663440"/>
            <a:ext cx="11430000" cy="1828800"/>
          </a:xfrm>
          <a:prstGeom prst="round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4663440"/>
            <a:ext cx="114300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4663440"/>
            <a:ext cx="11430000" cy="365760"/>
          </a:xfrm>
          <a:prstGeom prst="roundRect">
            <a:avLst/>
          </a:prstGeom>
          <a:solidFill>
            <a:srgbClr val="E84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33333"/>
                </a:solidFill>
                <a:latin typeface="Calibri"/>
              </a:defRPr>
            </a:pPr>
            <a:r>
              <a:t>1.  88% / 87% anomaly overlap between train-only and whole-dataset retrieval (BGL / HDFS)  --  adding test data changes &lt; 0.5 docs per query on average.</a:t>
            </a:r>
          </a:p>
          <a:p>
            <a:pPr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2.  70% of test sessions get identical anomaly evidence (4/4 perfect match) regardless of corpus.  The marginal gain from the extra 40% data is negligible.</a:t>
            </a:r>
          </a:p>
          <a:p>
            <a:pPr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3.  Context Precision@4 &gt; 0.95 and Grounding Breadth ~66% already achieved with train-only corpus  --  retrieval quality is saturated before adding test data.</a:t>
            </a:r>
          </a:p>
          <a:p>
            <a:pPr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50" b="0">
                <a:solidFill>
                  <a:srgbClr val="333333"/>
                </a:solidFill>
                <a:latin typeface="Calibri"/>
              </a:defRPr>
            </a:pPr>
            <a:r>
              <a:t>4.  Consistent across both datasets (BGL &amp; HDFS)  --  the finding is not dataset-specific.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434840"/>
            <a:ext cx="4023360" cy="2743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434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Conclusion: Train-only corpus is empirically validated. No leakage, no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