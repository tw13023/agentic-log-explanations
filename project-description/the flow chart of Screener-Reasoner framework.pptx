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9A63F1-523A-427D-A4D6-4204B24C1EF0}" v="176" dt="2026-02-26T11:26:03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58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e Chou" userId="f56428da19ee4a5a" providerId="LiveId" clId="{5582528F-8DD4-45C5-9A06-99600AB1E4C6}"/>
    <pc:docChg chg="custSel addSld delSld modSld">
      <pc:chgData name="Dave Chou" userId="f56428da19ee4a5a" providerId="LiveId" clId="{5582528F-8DD4-45C5-9A06-99600AB1E4C6}" dt="2026-02-26T11:26:14.233" v="2683" actId="14100"/>
      <pc:docMkLst>
        <pc:docMk/>
      </pc:docMkLst>
      <pc:sldChg chg="addSp delSp modSp new mod">
        <pc:chgData name="Dave Chou" userId="f56428da19ee4a5a" providerId="LiveId" clId="{5582528F-8DD4-45C5-9A06-99600AB1E4C6}" dt="2026-02-26T11:26:14.233" v="2683" actId="14100"/>
        <pc:sldMkLst>
          <pc:docMk/>
          <pc:sldMk cId="3623124944" sldId="256"/>
        </pc:sldMkLst>
        <pc:spChg chg="add mod">
          <ac:chgData name="Dave Chou" userId="f56428da19ee4a5a" providerId="LiveId" clId="{5582528F-8DD4-45C5-9A06-99600AB1E4C6}" dt="2026-02-26T09:25:28.939" v="2628" actId="1076"/>
          <ac:spMkLst>
            <pc:docMk/>
            <pc:sldMk cId="3623124944" sldId="256"/>
            <ac:spMk id="2" creationId="{46EC989C-9C6A-2084-2046-B7D806DEE135}"/>
          </ac:spMkLst>
        </pc:spChg>
        <pc:spChg chg="add mod">
          <ac:chgData name="Dave Chou" userId="f56428da19ee4a5a" providerId="LiveId" clId="{5582528F-8DD4-45C5-9A06-99600AB1E4C6}" dt="2026-02-26T09:24:53.236" v="2626" actId="1076"/>
          <ac:spMkLst>
            <pc:docMk/>
            <pc:sldMk cId="3623124944" sldId="256"/>
            <ac:spMk id="12" creationId="{4A9922A1-A59D-BEDF-DABB-7F7D75E8272A}"/>
          </ac:spMkLst>
        </pc:spChg>
        <pc:spChg chg="add mod">
          <ac:chgData name="Dave Chou" userId="f56428da19ee4a5a" providerId="LiveId" clId="{5582528F-8DD4-45C5-9A06-99600AB1E4C6}" dt="2026-02-26T08:55:41.627" v="2273" actId="1076"/>
          <ac:spMkLst>
            <pc:docMk/>
            <pc:sldMk cId="3623124944" sldId="256"/>
            <ac:spMk id="15" creationId="{7A4BC0E4-6E2F-A088-ABE6-37DA45AA0139}"/>
          </ac:spMkLst>
        </pc:spChg>
        <pc:spChg chg="add mod">
          <ac:chgData name="Dave Chou" userId="f56428da19ee4a5a" providerId="LiveId" clId="{5582528F-8DD4-45C5-9A06-99600AB1E4C6}" dt="2026-02-26T09:15:44.883" v="2542" actId="1038"/>
          <ac:spMkLst>
            <pc:docMk/>
            <pc:sldMk cId="3623124944" sldId="256"/>
            <ac:spMk id="16" creationId="{BEF332D4-8126-DCBF-3554-D299D3DB7D0E}"/>
          </ac:spMkLst>
        </pc:spChg>
        <pc:spChg chg="add del mod">
          <ac:chgData name="Dave Chou" userId="f56428da19ee4a5a" providerId="LiveId" clId="{5582528F-8DD4-45C5-9A06-99600AB1E4C6}" dt="2026-02-26T08:19:25.052" v="1803" actId="478"/>
          <ac:spMkLst>
            <pc:docMk/>
            <pc:sldMk cId="3623124944" sldId="256"/>
            <ac:spMk id="17" creationId="{03982B0F-5C0B-B54B-A632-F131D78608F9}"/>
          </ac:spMkLst>
        </pc:spChg>
        <pc:spChg chg="add mod">
          <ac:chgData name="Dave Chou" userId="f56428da19ee4a5a" providerId="LiveId" clId="{5582528F-8DD4-45C5-9A06-99600AB1E4C6}" dt="2026-02-26T08:55:44.079" v="2274" actId="1076"/>
          <ac:spMkLst>
            <pc:docMk/>
            <pc:sldMk cId="3623124944" sldId="256"/>
            <ac:spMk id="18" creationId="{AF5271DB-44ED-9120-3892-1072A79B0670}"/>
          </ac:spMkLst>
        </pc:spChg>
        <pc:spChg chg="add mod">
          <ac:chgData name="Dave Chou" userId="f56428da19ee4a5a" providerId="LiveId" clId="{5582528F-8DD4-45C5-9A06-99600AB1E4C6}" dt="2026-02-26T09:09:51.610" v="2482" actId="1076"/>
          <ac:spMkLst>
            <pc:docMk/>
            <pc:sldMk cId="3623124944" sldId="256"/>
            <ac:spMk id="20" creationId="{61CF35F4-547A-F4FA-C97D-412A5037993B}"/>
          </ac:spMkLst>
        </pc:spChg>
        <pc:spChg chg="add mod ord">
          <ac:chgData name="Dave Chou" userId="f56428da19ee4a5a" providerId="LiveId" clId="{5582528F-8DD4-45C5-9A06-99600AB1E4C6}" dt="2026-02-26T09:16:53.748" v="2567" actId="1035"/>
          <ac:spMkLst>
            <pc:docMk/>
            <pc:sldMk cId="3623124944" sldId="256"/>
            <ac:spMk id="21" creationId="{7A098090-C9D2-5223-E1A3-F8D46FDE3BDE}"/>
          </ac:spMkLst>
        </pc:spChg>
        <pc:spChg chg="add mod">
          <ac:chgData name="Dave Chou" userId="f56428da19ee4a5a" providerId="LiveId" clId="{5582528F-8DD4-45C5-9A06-99600AB1E4C6}" dt="2026-02-26T09:20:34.517" v="2596" actId="1076"/>
          <ac:spMkLst>
            <pc:docMk/>
            <pc:sldMk cId="3623124944" sldId="256"/>
            <ac:spMk id="22" creationId="{8142ADC6-2720-D4D0-C7CB-D7AA89D0B279}"/>
          </ac:spMkLst>
        </pc:spChg>
        <pc:spChg chg="add del mod">
          <ac:chgData name="Dave Chou" userId="f56428da19ee4a5a" providerId="LiveId" clId="{5582528F-8DD4-45C5-9A06-99600AB1E4C6}" dt="2026-02-26T08:50:19.461" v="2215" actId="478"/>
          <ac:spMkLst>
            <pc:docMk/>
            <pc:sldMk cId="3623124944" sldId="256"/>
            <ac:spMk id="23" creationId="{9C408E72-4333-04AA-846D-C706A1DF6027}"/>
          </ac:spMkLst>
        </pc:spChg>
        <pc:spChg chg="add del mod">
          <ac:chgData name="Dave Chou" userId="f56428da19ee4a5a" providerId="LiveId" clId="{5582528F-8DD4-45C5-9A06-99600AB1E4C6}" dt="2026-02-26T08:50:15.546" v="2214" actId="478"/>
          <ac:spMkLst>
            <pc:docMk/>
            <pc:sldMk cId="3623124944" sldId="256"/>
            <ac:spMk id="24" creationId="{8963A96C-1EFD-BAC7-63FB-8F95301FF8B8}"/>
          </ac:spMkLst>
        </pc:spChg>
        <pc:spChg chg="add mod">
          <ac:chgData name="Dave Chou" userId="f56428da19ee4a5a" providerId="LiveId" clId="{5582528F-8DD4-45C5-9A06-99600AB1E4C6}" dt="2026-02-26T09:15:55.893" v="2547" actId="1038"/>
          <ac:spMkLst>
            <pc:docMk/>
            <pc:sldMk cId="3623124944" sldId="256"/>
            <ac:spMk id="25" creationId="{4F8D453B-8036-9830-A7C6-542C37D0EE19}"/>
          </ac:spMkLst>
        </pc:spChg>
        <pc:spChg chg="add mod">
          <ac:chgData name="Dave Chou" userId="f56428da19ee4a5a" providerId="LiveId" clId="{5582528F-8DD4-45C5-9A06-99600AB1E4C6}" dt="2026-02-26T09:06:11.322" v="2457" actId="14100"/>
          <ac:spMkLst>
            <pc:docMk/>
            <pc:sldMk cId="3623124944" sldId="256"/>
            <ac:spMk id="27" creationId="{70E6B465-56E5-3FC4-D7A6-6577E9AD735C}"/>
          </ac:spMkLst>
        </pc:spChg>
        <pc:spChg chg="add mod">
          <ac:chgData name="Dave Chou" userId="f56428da19ee4a5a" providerId="LiveId" clId="{5582528F-8DD4-45C5-9A06-99600AB1E4C6}" dt="2026-02-26T09:06:25.611" v="2458" actId="1076"/>
          <ac:spMkLst>
            <pc:docMk/>
            <pc:sldMk cId="3623124944" sldId="256"/>
            <ac:spMk id="32" creationId="{C62EA1A0-80A4-6658-8320-F75BC72A4F33}"/>
          </ac:spMkLst>
        </pc:spChg>
        <pc:spChg chg="add mod">
          <ac:chgData name="Dave Chou" userId="f56428da19ee4a5a" providerId="LiveId" clId="{5582528F-8DD4-45C5-9A06-99600AB1E4C6}" dt="2026-02-26T09:18:38.736" v="2586" actId="164"/>
          <ac:spMkLst>
            <pc:docMk/>
            <pc:sldMk cId="3623124944" sldId="256"/>
            <ac:spMk id="34" creationId="{74FF5DEE-928F-3081-BFF4-0A2165BD3A80}"/>
          </ac:spMkLst>
        </pc:spChg>
        <pc:spChg chg="add mod">
          <ac:chgData name="Dave Chou" userId="f56428da19ee4a5a" providerId="LiveId" clId="{5582528F-8DD4-45C5-9A06-99600AB1E4C6}" dt="2026-02-26T09:04:30.007" v="2443" actId="1076"/>
          <ac:spMkLst>
            <pc:docMk/>
            <pc:sldMk cId="3623124944" sldId="256"/>
            <ac:spMk id="35" creationId="{C43DA8B1-0348-F19F-7F2A-C7346ED2CA5D}"/>
          </ac:spMkLst>
        </pc:spChg>
        <pc:spChg chg="add mod">
          <ac:chgData name="Dave Chou" userId="f56428da19ee4a5a" providerId="LiveId" clId="{5582528F-8DD4-45C5-9A06-99600AB1E4C6}" dt="2026-02-26T09:04:13.344" v="2440" actId="1076"/>
          <ac:spMkLst>
            <pc:docMk/>
            <pc:sldMk cId="3623124944" sldId="256"/>
            <ac:spMk id="36" creationId="{6855340F-1354-5F14-8458-C46334FE9D9F}"/>
          </ac:spMkLst>
        </pc:spChg>
        <pc:spChg chg="add mod">
          <ac:chgData name="Dave Chou" userId="f56428da19ee4a5a" providerId="LiveId" clId="{5582528F-8DD4-45C5-9A06-99600AB1E4C6}" dt="2026-02-26T09:04:26.508" v="2442" actId="1076"/>
          <ac:spMkLst>
            <pc:docMk/>
            <pc:sldMk cId="3623124944" sldId="256"/>
            <ac:spMk id="37" creationId="{AD52BE38-290C-0A93-D16E-3FA92D866A53}"/>
          </ac:spMkLst>
        </pc:spChg>
        <pc:spChg chg="add mod">
          <ac:chgData name="Dave Chou" userId="f56428da19ee4a5a" providerId="LiveId" clId="{5582528F-8DD4-45C5-9A06-99600AB1E4C6}" dt="2026-02-26T09:04:20.093" v="2441" actId="1076"/>
          <ac:spMkLst>
            <pc:docMk/>
            <pc:sldMk cId="3623124944" sldId="256"/>
            <ac:spMk id="38" creationId="{99071CA3-5829-3B91-4213-C1BB7488B486}"/>
          </ac:spMkLst>
        </pc:spChg>
        <pc:spChg chg="add mod">
          <ac:chgData name="Dave Chou" userId="f56428da19ee4a5a" providerId="LiveId" clId="{5582528F-8DD4-45C5-9A06-99600AB1E4C6}" dt="2026-02-26T09:04:36.745" v="2445" actId="1076"/>
          <ac:spMkLst>
            <pc:docMk/>
            <pc:sldMk cId="3623124944" sldId="256"/>
            <ac:spMk id="39" creationId="{69CEC4C1-D9AB-CCFE-4086-1F61FDDD6BC6}"/>
          </ac:spMkLst>
        </pc:spChg>
        <pc:spChg chg="add mod">
          <ac:chgData name="Dave Chou" userId="f56428da19ee4a5a" providerId="LiveId" clId="{5582528F-8DD4-45C5-9A06-99600AB1E4C6}" dt="2026-02-26T09:04:41.216" v="2446" actId="1076"/>
          <ac:spMkLst>
            <pc:docMk/>
            <pc:sldMk cId="3623124944" sldId="256"/>
            <ac:spMk id="40" creationId="{026C9B76-5939-322B-AC31-046032E73C78}"/>
          </ac:spMkLst>
        </pc:spChg>
        <pc:spChg chg="add mod">
          <ac:chgData name="Dave Chou" userId="f56428da19ee4a5a" providerId="LiveId" clId="{5582528F-8DD4-45C5-9A06-99600AB1E4C6}" dt="2026-02-26T09:05:11.794" v="2450" actId="1076"/>
          <ac:spMkLst>
            <pc:docMk/>
            <pc:sldMk cId="3623124944" sldId="256"/>
            <ac:spMk id="41" creationId="{612D1B0B-FF0E-B86E-81AE-D55EEF3C4AC9}"/>
          </ac:spMkLst>
        </pc:spChg>
        <pc:spChg chg="add mod">
          <ac:chgData name="Dave Chou" userId="f56428da19ee4a5a" providerId="LiveId" clId="{5582528F-8DD4-45C5-9A06-99600AB1E4C6}" dt="2026-02-26T09:25:38.402" v="2629" actId="1076"/>
          <ac:spMkLst>
            <pc:docMk/>
            <pc:sldMk cId="3623124944" sldId="256"/>
            <ac:spMk id="42" creationId="{EC9AD848-A71E-A125-D0FF-144EE2B62283}"/>
          </ac:spMkLst>
        </pc:spChg>
        <pc:spChg chg="add mod">
          <ac:chgData name="Dave Chou" userId="f56428da19ee4a5a" providerId="LiveId" clId="{5582528F-8DD4-45C5-9A06-99600AB1E4C6}" dt="2026-02-26T09:18:38.736" v="2586" actId="164"/>
          <ac:spMkLst>
            <pc:docMk/>
            <pc:sldMk cId="3623124944" sldId="256"/>
            <ac:spMk id="46" creationId="{69A93254-1B30-1AA3-5E3D-7B8AC070DEB5}"/>
          </ac:spMkLst>
        </pc:spChg>
        <pc:spChg chg="add mod">
          <ac:chgData name="Dave Chou" userId="f56428da19ee4a5a" providerId="LiveId" clId="{5582528F-8DD4-45C5-9A06-99600AB1E4C6}" dt="2026-02-26T08:55:29.666" v="2270" actId="1076"/>
          <ac:spMkLst>
            <pc:docMk/>
            <pc:sldMk cId="3623124944" sldId="256"/>
            <ac:spMk id="48" creationId="{74D2AF3E-714A-163D-104B-77EFC11459F3}"/>
          </ac:spMkLst>
        </pc:spChg>
        <pc:spChg chg="add mod">
          <ac:chgData name="Dave Chou" userId="f56428da19ee4a5a" providerId="LiveId" clId="{5582528F-8DD4-45C5-9A06-99600AB1E4C6}" dt="2026-02-26T09:18:48.302" v="2588" actId="1076"/>
          <ac:spMkLst>
            <pc:docMk/>
            <pc:sldMk cId="3623124944" sldId="256"/>
            <ac:spMk id="52" creationId="{1E03148A-786B-1CDD-753C-C943D5BF1FF9}"/>
          </ac:spMkLst>
        </pc:spChg>
        <pc:spChg chg="add mod">
          <ac:chgData name="Dave Chou" userId="f56428da19ee4a5a" providerId="LiveId" clId="{5582528F-8DD4-45C5-9A06-99600AB1E4C6}" dt="2026-02-26T09:25:53.073" v="2630" actId="1076"/>
          <ac:spMkLst>
            <pc:docMk/>
            <pc:sldMk cId="3623124944" sldId="256"/>
            <ac:spMk id="54" creationId="{1F664F5A-D25D-1E67-FBF6-34D9FD4DA7C1}"/>
          </ac:spMkLst>
        </pc:spChg>
        <pc:spChg chg="add mod">
          <ac:chgData name="Dave Chou" userId="f56428da19ee4a5a" providerId="LiveId" clId="{5582528F-8DD4-45C5-9A06-99600AB1E4C6}" dt="2026-02-26T08:25:58.343" v="1918" actId="1076"/>
          <ac:spMkLst>
            <pc:docMk/>
            <pc:sldMk cId="3623124944" sldId="256"/>
            <ac:spMk id="55" creationId="{5AC3A4B0-0DB2-9871-6A67-D761BBEECE75}"/>
          </ac:spMkLst>
        </pc:spChg>
        <pc:spChg chg="add mod">
          <ac:chgData name="Dave Chou" userId="f56428da19ee4a5a" providerId="LiveId" clId="{5582528F-8DD4-45C5-9A06-99600AB1E4C6}" dt="2026-02-26T09:26:00.656" v="2631" actId="1076"/>
          <ac:spMkLst>
            <pc:docMk/>
            <pc:sldMk cId="3623124944" sldId="256"/>
            <ac:spMk id="56" creationId="{BE9A6050-E8B0-D4C8-F188-8A5016183F99}"/>
          </ac:spMkLst>
        </pc:spChg>
        <pc:spChg chg="add del mod">
          <ac:chgData name="Dave Chou" userId="f56428da19ee4a5a" providerId="LiveId" clId="{5582528F-8DD4-45C5-9A06-99600AB1E4C6}" dt="2026-02-26T08:14:01.819" v="1695" actId="478"/>
          <ac:spMkLst>
            <pc:docMk/>
            <pc:sldMk cId="3623124944" sldId="256"/>
            <ac:spMk id="64" creationId="{8BBB4417-C25F-6E2A-6921-149EC548448D}"/>
          </ac:spMkLst>
        </pc:spChg>
        <pc:spChg chg="add del mod">
          <ac:chgData name="Dave Chou" userId="f56428da19ee4a5a" providerId="LiveId" clId="{5582528F-8DD4-45C5-9A06-99600AB1E4C6}" dt="2026-02-26T09:11:04.730" v="2493" actId="478"/>
          <ac:spMkLst>
            <pc:docMk/>
            <pc:sldMk cId="3623124944" sldId="256"/>
            <ac:spMk id="65" creationId="{88DF757D-4082-7EA2-D693-0A8C6B4B849D}"/>
          </ac:spMkLst>
        </pc:spChg>
        <pc:spChg chg="add mod">
          <ac:chgData name="Dave Chou" userId="f56428da19ee4a5a" providerId="LiveId" clId="{5582528F-8DD4-45C5-9A06-99600AB1E4C6}" dt="2026-02-26T09:47:34.961" v="2676" actId="20577"/>
          <ac:spMkLst>
            <pc:docMk/>
            <pc:sldMk cId="3623124944" sldId="256"/>
            <ac:spMk id="68" creationId="{AB4C524A-9900-E651-C0AD-2DB214EDC20E}"/>
          </ac:spMkLst>
        </pc:spChg>
        <pc:spChg chg="add mod">
          <ac:chgData name="Dave Chou" userId="f56428da19ee4a5a" providerId="LiveId" clId="{5582528F-8DD4-45C5-9A06-99600AB1E4C6}" dt="2026-02-26T09:08:59.800" v="2476" actId="1076"/>
          <ac:spMkLst>
            <pc:docMk/>
            <pc:sldMk cId="3623124944" sldId="256"/>
            <ac:spMk id="69" creationId="{4668320A-2FC2-D57D-F48C-8DC24D4672A1}"/>
          </ac:spMkLst>
        </pc:spChg>
        <pc:spChg chg="add mod">
          <ac:chgData name="Dave Chou" userId="f56428da19ee4a5a" providerId="LiveId" clId="{5582528F-8DD4-45C5-9A06-99600AB1E4C6}" dt="2026-02-26T09:09:02.423" v="2477" actId="1076"/>
          <ac:spMkLst>
            <pc:docMk/>
            <pc:sldMk cId="3623124944" sldId="256"/>
            <ac:spMk id="72" creationId="{8762230E-E955-76B1-6A1E-1DB00CBDBD7E}"/>
          </ac:spMkLst>
        </pc:spChg>
        <pc:spChg chg="add mod">
          <ac:chgData name="Dave Chou" userId="f56428da19ee4a5a" providerId="LiveId" clId="{5582528F-8DD4-45C5-9A06-99600AB1E4C6}" dt="2026-02-26T09:09:43.447" v="2481" actId="1076"/>
          <ac:spMkLst>
            <pc:docMk/>
            <pc:sldMk cId="3623124944" sldId="256"/>
            <ac:spMk id="75" creationId="{409921C1-B7F9-D647-3F7A-FED6AC29ED27}"/>
          </ac:spMkLst>
        </pc:spChg>
        <pc:spChg chg="add mod">
          <ac:chgData name="Dave Chou" userId="f56428da19ee4a5a" providerId="LiveId" clId="{5582528F-8DD4-45C5-9A06-99600AB1E4C6}" dt="2026-02-26T09:21:14.740" v="2598" actId="1076"/>
          <ac:spMkLst>
            <pc:docMk/>
            <pc:sldMk cId="3623124944" sldId="256"/>
            <ac:spMk id="76" creationId="{E06CBA6E-79C8-3950-971F-1114AAEECCC7}"/>
          </ac:spMkLst>
        </pc:spChg>
        <pc:spChg chg="add mod">
          <ac:chgData name="Dave Chou" userId="f56428da19ee4a5a" providerId="LiveId" clId="{5582528F-8DD4-45C5-9A06-99600AB1E4C6}" dt="2026-02-26T09:18:44.829" v="2587" actId="1076"/>
          <ac:spMkLst>
            <pc:docMk/>
            <pc:sldMk cId="3623124944" sldId="256"/>
            <ac:spMk id="77" creationId="{6B043DBC-5C58-7C8F-664F-BBE61D98E883}"/>
          </ac:spMkLst>
        </pc:spChg>
        <pc:spChg chg="add del mod">
          <ac:chgData name="Dave Chou" userId="f56428da19ee4a5a" providerId="LiveId" clId="{5582528F-8DD4-45C5-9A06-99600AB1E4C6}" dt="2026-02-26T09:24:04.639" v="2604" actId="478"/>
          <ac:spMkLst>
            <pc:docMk/>
            <pc:sldMk cId="3623124944" sldId="256"/>
            <ac:spMk id="81" creationId="{7A48B951-3602-13A2-452C-B97A0C66D594}"/>
          </ac:spMkLst>
        </pc:spChg>
        <pc:spChg chg="add del mod">
          <ac:chgData name="Dave Chou" userId="f56428da19ee4a5a" providerId="LiveId" clId="{5582528F-8DD4-45C5-9A06-99600AB1E4C6}" dt="2026-02-26T08:52:44.887" v="2231" actId="478"/>
          <ac:spMkLst>
            <pc:docMk/>
            <pc:sldMk cId="3623124944" sldId="256"/>
            <ac:spMk id="82" creationId="{5589967C-BF4B-1407-21A9-A8060CAA3A3A}"/>
          </ac:spMkLst>
        </pc:spChg>
        <pc:spChg chg="add mod">
          <ac:chgData name="Dave Chou" userId="f56428da19ee4a5a" providerId="LiveId" clId="{5582528F-8DD4-45C5-9A06-99600AB1E4C6}" dt="2026-02-26T08:47:59.270" v="2205" actId="20577"/>
          <ac:spMkLst>
            <pc:docMk/>
            <pc:sldMk cId="3623124944" sldId="256"/>
            <ac:spMk id="85" creationId="{D88C3A32-ECFB-4639-393B-EE79C810B4A3}"/>
          </ac:spMkLst>
        </pc:spChg>
        <pc:spChg chg="add del mod">
          <ac:chgData name="Dave Chou" userId="f56428da19ee4a5a" providerId="LiveId" clId="{5582528F-8DD4-45C5-9A06-99600AB1E4C6}" dt="2026-02-26T08:52:41.947" v="2230" actId="478"/>
          <ac:spMkLst>
            <pc:docMk/>
            <pc:sldMk cId="3623124944" sldId="256"/>
            <ac:spMk id="86" creationId="{8CA553DE-46A7-6011-2415-E89881762373}"/>
          </ac:spMkLst>
        </pc:spChg>
        <pc:spChg chg="add mod">
          <ac:chgData name="Dave Chou" userId="f56428da19ee4a5a" providerId="LiveId" clId="{5582528F-8DD4-45C5-9A06-99600AB1E4C6}" dt="2026-02-26T08:48:25.250" v="2210" actId="20577"/>
          <ac:spMkLst>
            <pc:docMk/>
            <pc:sldMk cId="3623124944" sldId="256"/>
            <ac:spMk id="87" creationId="{1F917423-B44E-9AD9-94D7-F7CED14A6FB7}"/>
          </ac:spMkLst>
        </pc:spChg>
        <pc:spChg chg="add mod">
          <ac:chgData name="Dave Chou" userId="f56428da19ee4a5a" providerId="LiveId" clId="{5582528F-8DD4-45C5-9A06-99600AB1E4C6}" dt="2026-02-26T08:48:19.626" v="2209" actId="20577"/>
          <ac:spMkLst>
            <pc:docMk/>
            <pc:sldMk cId="3623124944" sldId="256"/>
            <ac:spMk id="88" creationId="{74F574FE-21D8-7DA9-E089-EB6681256DA3}"/>
          </ac:spMkLst>
        </pc:spChg>
        <pc:spChg chg="add del mod">
          <ac:chgData name="Dave Chou" userId="f56428da19ee4a5a" providerId="LiveId" clId="{5582528F-8DD4-45C5-9A06-99600AB1E4C6}" dt="2026-02-26T09:23:54.615" v="2603" actId="478"/>
          <ac:spMkLst>
            <pc:docMk/>
            <pc:sldMk cId="3623124944" sldId="256"/>
            <ac:spMk id="89" creationId="{8432966C-45BC-D411-8D86-199E54A01201}"/>
          </ac:spMkLst>
        </pc:spChg>
        <pc:spChg chg="add mod">
          <ac:chgData name="Dave Chou" userId="f56428da19ee4a5a" providerId="LiveId" clId="{5582528F-8DD4-45C5-9A06-99600AB1E4C6}" dt="2026-02-26T08:48:05.616" v="2206" actId="20577"/>
          <ac:spMkLst>
            <pc:docMk/>
            <pc:sldMk cId="3623124944" sldId="256"/>
            <ac:spMk id="90" creationId="{69B54053-3672-0A02-8F15-F756A3D7C130}"/>
          </ac:spMkLst>
        </pc:spChg>
        <pc:spChg chg="add mod">
          <ac:chgData name="Dave Chou" userId="f56428da19ee4a5a" providerId="LiveId" clId="{5582528F-8DD4-45C5-9A06-99600AB1E4C6}" dt="2026-02-26T09:21:17.096" v="2599" actId="1076"/>
          <ac:spMkLst>
            <pc:docMk/>
            <pc:sldMk cId="3623124944" sldId="256"/>
            <ac:spMk id="95" creationId="{9A6A0274-980C-5A58-9071-885A9D8E41E8}"/>
          </ac:spMkLst>
        </pc:spChg>
        <pc:spChg chg="add mod">
          <ac:chgData name="Dave Chou" userId="f56428da19ee4a5a" providerId="LiveId" clId="{5582528F-8DD4-45C5-9A06-99600AB1E4C6}" dt="2026-02-26T09:18:38.736" v="2586" actId="164"/>
          <ac:spMkLst>
            <pc:docMk/>
            <pc:sldMk cId="3623124944" sldId="256"/>
            <ac:spMk id="99" creationId="{E6078DB3-8FD1-9D26-BAA6-660D69AAA6EE}"/>
          </ac:spMkLst>
        </pc:spChg>
        <pc:spChg chg="add mod">
          <ac:chgData name="Dave Chou" userId="f56428da19ee4a5a" providerId="LiveId" clId="{5582528F-8DD4-45C5-9A06-99600AB1E4C6}" dt="2026-02-26T09:24:21.138" v="2620" actId="1035"/>
          <ac:spMkLst>
            <pc:docMk/>
            <pc:sldMk cId="3623124944" sldId="256"/>
            <ac:spMk id="101" creationId="{365F45C4-B2DA-9B77-649D-4AFBCA33DA7E}"/>
          </ac:spMkLst>
        </pc:spChg>
        <pc:spChg chg="add mod">
          <ac:chgData name="Dave Chou" userId="f56428da19ee4a5a" providerId="LiveId" clId="{5582528F-8DD4-45C5-9A06-99600AB1E4C6}" dt="2026-02-26T09:26:21.499" v="2632" actId="1076"/>
          <ac:spMkLst>
            <pc:docMk/>
            <pc:sldMk cId="3623124944" sldId="256"/>
            <ac:spMk id="103" creationId="{6B2A22F6-84A5-64CF-D4C0-3B0E188302F8}"/>
          </ac:spMkLst>
        </pc:spChg>
        <pc:spChg chg="add mod">
          <ac:chgData name="Dave Chou" userId="f56428da19ee4a5a" providerId="LiveId" clId="{5582528F-8DD4-45C5-9A06-99600AB1E4C6}" dt="2026-02-26T09:48:51.049" v="2677" actId="1076"/>
          <ac:spMkLst>
            <pc:docMk/>
            <pc:sldMk cId="3623124944" sldId="256"/>
            <ac:spMk id="113" creationId="{04765A13-6F92-1425-C849-1E45CA8ED162}"/>
          </ac:spMkLst>
        </pc:spChg>
        <pc:spChg chg="add mod">
          <ac:chgData name="Dave Chou" userId="f56428da19ee4a5a" providerId="LiveId" clId="{5582528F-8DD4-45C5-9A06-99600AB1E4C6}" dt="2026-02-26T09:18:38.736" v="2586" actId="164"/>
          <ac:spMkLst>
            <pc:docMk/>
            <pc:sldMk cId="3623124944" sldId="256"/>
            <ac:spMk id="114" creationId="{193F3BFC-8CD1-2F29-9C73-894D0B55CBA0}"/>
          </ac:spMkLst>
        </pc:spChg>
        <pc:spChg chg="add mod">
          <ac:chgData name="Dave Chou" userId="f56428da19ee4a5a" providerId="LiveId" clId="{5582528F-8DD4-45C5-9A06-99600AB1E4C6}" dt="2026-02-26T09:20:12.353" v="2594" actId="1076"/>
          <ac:spMkLst>
            <pc:docMk/>
            <pc:sldMk cId="3623124944" sldId="256"/>
            <ac:spMk id="116" creationId="{AED8D38B-C5BD-9479-B480-91ACC8B6D64F}"/>
          </ac:spMkLst>
        </pc:spChg>
        <pc:spChg chg="add mod">
          <ac:chgData name="Dave Chou" userId="f56428da19ee4a5a" providerId="LiveId" clId="{5582528F-8DD4-45C5-9A06-99600AB1E4C6}" dt="2026-02-26T09:31:36.769" v="2662" actId="1076"/>
          <ac:spMkLst>
            <pc:docMk/>
            <pc:sldMk cId="3623124944" sldId="256"/>
            <ac:spMk id="176" creationId="{310980D5-17FB-582E-BC71-3CF8E99DC04D}"/>
          </ac:spMkLst>
        </pc:spChg>
        <pc:spChg chg="add mod">
          <ac:chgData name="Dave Chou" userId="f56428da19ee4a5a" providerId="LiveId" clId="{5582528F-8DD4-45C5-9A06-99600AB1E4C6}" dt="2026-02-26T11:26:14.233" v="2683" actId="14100"/>
          <ac:spMkLst>
            <pc:docMk/>
            <pc:sldMk cId="3623124944" sldId="256"/>
            <ac:spMk id="177" creationId="{28E954C3-9425-B93B-AE6F-71D89D125236}"/>
          </ac:spMkLst>
        </pc:spChg>
        <pc:grpChg chg="mod">
          <ac:chgData name="Dave Chou" userId="f56428da19ee4a5a" providerId="LiveId" clId="{5582528F-8DD4-45C5-9A06-99600AB1E4C6}" dt="2026-02-26T09:17:41.387" v="2570" actId="1076"/>
          <ac:grpSpMkLst>
            <pc:docMk/>
            <pc:sldMk cId="3623124944" sldId="256"/>
            <ac:grpSpMk id="130" creationId="{8A06594C-C146-0378-60D1-92E78B169A54}"/>
          </ac:grpSpMkLst>
        </pc:grpChg>
        <pc:picChg chg="add mod">
          <ac:chgData name="Dave Chou" userId="f56428da19ee4a5a" providerId="LiveId" clId="{5582528F-8DD4-45C5-9A06-99600AB1E4C6}" dt="2026-02-26T09:09:17.822" v="2480" actId="1076"/>
          <ac:picMkLst>
            <pc:docMk/>
            <pc:sldMk cId="3623124944" sldId="256"/>
            <ac:picMk id="7" creationId="{773760D8-95AE-2E98-4951-1A13D7412D0F}"/>
          </ac:picMkLst>
        </pc:picChg>
        <pc:picChg chg="add mod">
          <ac:chgData name="Dave Chou" userId="f56428da19ee4a5a" providerId="LiveId" clId="{5582528F-8DD4-45C5-9A06-99600AB1E4C6}" dt="2026-02-26T09:04:06.656" v="2439" actId="1076"/>
          <ac:picMkLst>
            <pc:docMk/>
            <pc:sldMk cId="3623124944" sldId="256"/>
            <ac:picMk id="44" creationId="{9CDD3E93-D69A-685A-057B-82F09EFA322A}"/>
          </ac:picMkLst>
        </pc:picChg>
        <pc:picChg chg="add mod">
          <ac:chgData name="Dave Chou" userId="f56428da19ee4a5a" providerId="LiveId" clId="{5582528F-8DD4-45C5-9A06-99600AB1E4C6}" dt="2026-02-26T09:09:11.177" v="2479" actId="1076"/>
          <ac:picMkLst>
            <pc:docMk/>
            <pc:sldMk cId="3623124944" sldId="256"/>
            <ac:picMk id="71" creationId="{3B5AAF1B-FA57-2714-B478-E6BA01765939}"/>
          </ac:picMkLst>
        </pc:picChg>
        <pc:picChg chg="add del mod">
          <ac:chgData name="Dave Chou" userId="f56428da19ee4a5a" providerId="LiveId" clId="{5582528F-8DD4-45C5-9A06-99600AB1E4C6}" dt="2026-02-26T09:24:45.714" v="2625" actId="478"/>
          <ac:picMkLst>
            <pc:docMk/>
            <pc:sldMk cId="3623124944" sldId="256"/>
            <ac:picMk id="78" creationId="{CBEA5EDC-06EF-B7EF-70B2-C048B67DA2D3}"/>
          </ac:picMkLst>
        </pc:picChg>
        <pc:cxnChg chg="add mod">
          <ac:chgData name="Dave Chou" userId="f56428da19ee4a5a" providerId="LiveId" clId="{5582528F-8DD4-45C5-9A06-99600AB1E4C6}" dt="2026-02-26T08:55:44.079" v="2274" actId="1076"/>
          <ac:cxnSpMkLst>
            <pc:docMk/>
            <pc:sldMk cId="3623124944" sldId="256"/>
            <ac:cxnSpMk id="50" creationId="{148E243F-767E-6790-5F80-9EF46DDC721D}"/>
          </ac:cxnSpMkLst>
        </pc:cxnChg>
        <pc:cxnChg chg="add del mod">
          <ac:chgData name="Dave Chou" userId="f56428da19ee4a5a" providerId="LiveId" clId="{5582528F-8DD4-45C5-9A06-99600AB1E4C6}" dt="2026-02-26T09:07:08.659" v="2464" actId="478"/>
          <ac:cxnSpMkLst>
            <pc:docMk/>
            <pc:sldMk cId="3623124944" sldId="256"/>
            <ac:cxnSpMk id="51" creationId="{BA094756-2858-7516-114A-B53C566F1B81}"/>
          </ac:cxnSpMkLst>
        </pc:cxnChg>
        <pc:cxnChg chg="add del mod">
          <ac:chgData name="Dave Chou" userId="f56428da19ee4a5a" providerId="LiveId" clId="{5582528F-8DD4-45C5-9A06-99600AB1E4C6}" dt="2026-02-26T08:26:29.644" v="1919" actId="478"/>
          <ac:cxnSpMkLst>
            <pc:docMk/>
            <pc:sldMk cId="3623124944" sldId="256"/>
            <ac:cxnSpMk id="58" creationId="{E881957C-37A6-3C98-9D91-E189D51B152F}"/>
          </ac:cxnSpMkLst>
        </pc:cxnChg>
        <pc:cxnChg chg="add del mod">
          <ac:chgData name="Dave Chou" userId="f56428da19ee4a5a" providerId="LiveId" clId="{5582528F-8DD4-45C5-9A06-99600AB1E4C6}" dt="2026-02-26T08:32:02.703" v="1980" actId="478"/>
          <ac:cxnSpMkLst>
            <pc:docMk/>
            <pc:sldMk cId="3623124944" sldId="256"/>
            <ac:cxnSpMk id="67" creationId="{F0B01EB8-2CE1-A07C-AAE7-B69F5DCEE459}"/>
          </ac:cxnSpMkLst>
        </pc:cxnChg>
        <pc:cxnChg chg="add del mod">
          <ac:chgData name="Dave Chou" userId="f56428da19ee4a5a" providerId="LiveId" clId="{5582528F-8DD4-45C5-9A06-99600AB1E4C6}" dt="2026-02-26T09:11:22.969" v="2498" actId="478"/>
          <ac:cxnSpMkLst>
            <pc:docMk/>
            <pc:sldMk cId="3623124944" sldId="256"/>
            <ac:cxnSpMk id="73" creationId="{9FDADF11-4A81-FF1E-D357-ACFA32D3B094}"/>
          </ac:cxnSpMkLst>
        </pc:cxnChg>
        <pc:cxnChg chg="add mod">
          <ac:chgData name="Dave Chou" userId="f56428da19ee4a5a" providerId="LiveId" clId="{5582528F-8DD4-45C5-9A06-99600AB1E4C6}" dt="2026-02-26T09:17:41.387" v="2570" actId="1076"/>
          <ac:cxnSpMkLst>
            <pc:docMk/>
            <pc:sldMk cId="3623124944" sldId="256"/>
            <ac:cxnSpMk id="91" creationId="{32B51A3D-C038-B58C-8F12-907AF15BBA86}"/>
          </ac:cxnSpMkLst>
        </pc:cxnChg>
        <pc:cxnChg chg="add mod">
          <ac:chgData name="Dave Chou" userId="f56428da19ee4a5a" providerId="LiveId" clId="{5582528F-8DD4-45C5-9A06-99600AB1E4C6}" dt="2026-02-26T09:06:33.452" v="2459" actId="1076"/>
          <ac:cxnSpMkLst>
            <pc:docMk/>
            <pc:sldMk cId="3623124944" sldId="256"/>
            <ac:cxnSpMk id="92" creationId="{1927E915-47D0-C3CC-C64E-1075E7F3BCC3}"/>
          </ac:cxnSpMkLst>
        </pc:cxnChg>
        <pc:cxnChg chg="add del mod">
          <ac:chgData name="Dave Chou" userId="f56428da19ee4a5a" providerId="LiveId" clId="{5582528F-8DD4-45C5-9A06-99600AB1E4C6}" dt="2026-02-26T08:18:57.418" v="1799" actId="478"/>
          <ac:cxnSpMkLst>
            <pc:docMk/>
            <pc:sldMk cId="3623124944" sldId="256"/>
            <ac:cxnSpMk id="94" creationId="{48DB32F6-B296-3CFF-EAF7-83C69F68B04F}"/>
          </ac:cxnSpMkLst>
        </pc:cxnChg>
        <pc:cxnChg chg="add del mod">
          <ac:chgData name="Dave Chou" userId="f56428da19ee4a5a" providerId="LiveId" clId="{5582528F-8DD4-45C5-9A06-99600AB1E4C6}" dt="2026-02-26T08:57:15.755" v="2293" actId="478"/>
          <ac:cxnSpMkLst>
            <pc:docMk/>
            <pc:sldMk cId="3623124944" sldId="256"/>
            <ac:cxnSpMk id="97" creationId="{260DB46E-B48E-DC5F-25E6-657D0168DE1B}"/>
          </ac:cxnSpMkLst>
        </pc:cxnChg>
        <pc:cxnChg chg="add del mod">
          <ac:chgData name="Dave Chou" userId="f56428da19ee4a5a" providerId="LiveId" clId="{5582528F-8DD4-45C5-9A06-99600AB1E4C6}" dt="2026-02-26T08:56:30.200" v="2283" actId="478"/>
          <ac:cxnSpMkLst>
            <pc:docMk/>
            <pc:sldMk cId="3623124944" sldId="256"/>
            <ac:cxnSpMk id="100" creationId="{7114CAC3-7191-5DEC-EDC1-F466DB01FCE0}"/>
          </ac:cxnSpMkLst>
        </pc:cxnChg>
        <pc:cxnChg chg="add del mod">
          <ac:chgData name="Dave Chou" userId="f56428da19ee4a5a" providerId="LiveId" clId="{5582528F-8DD4-45C5-9A06-99600AB1E4C6}" dt="2026-02-26T08:56:26.421" v="2282" actId="478"/>
          <ac:cxnSpMkLst>
            <pc:docMk/>
            <pc:sldMk cId="3623124944" sldId="256"/>
            <ac:cxnSpMk id="102" creationId="{1B9D7FB3-A248-C016-DA56-3E29325AA871}"/>
          </ac:cxnSpMkLst>
        </pc:cxnChg>
        <pc:cxnChg chg="add del mod">
          <ac:chgData name="Dave Chou" userId="f56428da19ee4a5a" providerId="LiveId" clId="{5582528F-8DD4-45C5-9A06-99600AB1E4C6}" dt="2026-02-26T08:57:12.156" v="2292" actId="478"/>
          <ac:cxnSpMkLst>
            <pc:docMk/>
            <pc:sldMk cId="3623124944" sldId="256"/>
            <ac:cxnSpMk id="104" creationId="{B27F7FC1-C777-F8F9-BC0C-99C0EC0084FE}"/>
          </ac:cxnSpMkLst>
        </pc:cxnChg>
        <pc:cxnChg chg="add del mod">
          <ac:chgData name="Dave Chou" userId="f56428da19ee4a5a" providerId="LiveId" clId="{5582528F-8DD4-45C5-9A06-99600AB1E4C6}" dt="2026-02-26T08:41:32.553" v="2115" actId="478"/>
          <ac:cxnSpMkLst>
            <pc:docMk/>
            <pc:sldMk cId="3623124944" sldId="256"/>
            <ac:cxnSpMk id="115" creationId="{FCB48CCC-2D87-8198-F666-DBBEF465E02D}"/>
          </ac:cxnSpMkLst>
        </pc:cxnChg>
        <pc:cxnChg chg="add del mod">
          <ac:chgData name="Dave Chou" userId="f56428da19ee4a5a" providerId="LiveId" clId="{5582528F-8DD4-45C5-9A06-99600AB1E4C6}" dt="2026-02-26T08:51:17.387" v="2220" actId="478"/>
          <ac:cxnSpMkLst>
            <pc:docMk/>
            <pc:sldMk cId="3623124944" sldId="256"/>
            <ac:cxnSpMk id="118" creationId="{34FA4A7A-1072-DCC2-06D1-3F0FD64520A1}"/>
          </ac:cxnSpMkLst>
        </pc:cxnChg>
        <pc:cxnChg chg="add del mod">
          <ac:chgData name="Dave Chou" userId="f56428da19ee4a5a" providerId="LiveId" clId="{5582528F-8DD4-45C5-9A06-99600AB1E4C6}" dt="2026-02-26T09:11:36.589" v="2502" actId="478"/>
          <ac:cxnSpMkLst>
            <pc:docMk/>
            <pc:sldMk cId="3623124944" sldId="256"/>
            <ac:cxnSpMk id="124" creationId="{7F8EC036-E8C7-4797-EE82-56C55B112AC0}"/>
          </ac:cxnSpMkLst>
        </pc:cxnChg>
        <pc:cxnChg chg="add mod">
          <ac:chgData name="Dave Chou" userId="f56428da19ee4a5a" providerId="LiveId" clId="{5582528F-8DD4-45C5-9A06-99600AB1E4C6}" dt="2026-02-26T09:18:11.431" v="2583" actId="1038"/>
          <ac:cxnSpMkLst>
            <pc:docMk/>
            <pc:sldMk cId="3623124944" sldId="256"/>
            <ac:cxnSpMk id="126" creationId="{A01F6F26-C56D-4120-3BDD-52270512B975}"/>
          </ac:cxnSpMkLst>
        </pc:cxnChg>
        <pc:cxnChg chg="add del mod">
          <ac:chgData name="Dave Chou" userId="f56428da19ee4a5a" providerId="LiveId" clId="{5582528F-8DD4-45C5-9A06-99600AB1E4C6}" dt="2026-02-26T08:43:28.997" v="2142" actId="478"/>
          <ac:cxnSpMkLst>
            <pc:docMk/>
            <pc:sldMk cId="3623124944" sldId="256"/>
            <ac:cxnSpMk id="129" creationId="{1D02D60F-87D7-434E-8D1E-C9D6D8A65F3B}"/>
          </ac:cxnSpMkLst>
        </pc:cxnChg>
        <pc:cxnChg chg="add mod">
          <ac:chgData name="Dave Chou" userId="f56428da19ee4a5a" providerId="LiveId" clId="{5582528F-8DD4-45C5-9A06-99600AB1E4C6}" dt="2026-02-26T09:18:21.372" v="2585" actId="14100"/>
          <ac:cxnSpMkLst>
            <pc:docMk/>
            <pc:sldMk cId="3623124944" sldId="256"/>
            <ac:cxnSpMk id="136" creationId="{DFD06861-D441-3C75-74AA-7AA2BB7DFCE4}"/>
          </ac:cxnSpMkLst>
        </pc:cxnChg>
        <pc:cxnChg chg="add del mod">
          <ac:chgData name="Dave Chou" userId="f56428da19ee4a5a" providerId="LiveId" clId="{5582528F-8DD4-45C5-9A06-99600AB1E4C6}" dt="2026-02-26T09:14:45.769" v="2526" actId="478"/>
          <ac:cxnSpMkLst>
            <pc:docMk/>
            <pc:sldMk cId="3623124944" sldId="256"/>
            <ac:cxnSpMk id="141" creationId="{502A35CD-38E5-AC2F-5DC2-21B3F8EA2379}"/>
          </ac:cxnSpMkLst>
        </pc:cxnChg>
        <pc:cxnChg chg="add del mod">
          <ac:chgData name="Dave Chou" userId="f56428da19ee4a5a" providerId="LiveId" clId="{5582528F-8DD4-45C5-9A06-99600AB1E4C6}" dt="2026-02-26T09:19:26.222" v="2589" actId="478"/>
          <ac:cxnSpMkLst>
            <pc:docMk/>
            <pc:sldMk cId="3623124944" sldId="256"/>
            <ac:cxnSpMk id="143" creationId="{CE203618-3270-134B-3478-E10343022D60}"/>
          </ac:cxnSpMkLst>
        </pc:cxnChg>
        <pc:cxnChg chg="add del mod">
          <ac:chgData name="Dave Chou" userId="f56428da19ee4a5a" providerId="LiveId" clId="{5582528F-8DD4-45C5-9A06-99600AB1E4C6}" dt="2026-02-26T09:16:21.573" v="2550" actId="478"/>
          <ac:cxnSpMkLst>
            <pc:docMk/>
            <pc:sldMk cId="3623124944" sldId="256"/>
            <ac:cxnSpMk id="151" creationId="{DBAC2B6B-FFD0-984F-9443-97B6FD503D5A}"/>
          </ac:cxnSpMkLst>
        </pc:cxnChg>
        <pc:cxnChg chg="add del">
          <ac:chgData name="Dave Chou" userId="f56428da19ee4a5a" providerId="LiveId" clId="{5582528F-8DD4-45C5-9A06-99600AB1E4C6}" dt="2026-02-26T09:16:31.683" v="2553" actId="478"/>
          <ac:cxnSpMkLst>
            <pc:docMk/>
            <pc:sldMk cId="3623124944" sldId="256"/>
            <ac:cxnSpMk id="153" creationId="{054589C9-7B1E-7E8E-8ABC-A11311367024}"/>
          </ac:cxnSpMkLst>
        </pc:cxnChg>
        <pc:cxnChg chg="add mod">
          <ac:chgData name="Dave Chou" userId="f56428da19ee4a5a" providerId="LiveId" clId="{5582528F-8DD4-45C5-9A06-99600AB1E4C6}" dt="2026-02-26T09:19:47.762" v="2593" actId="208"/>
          <ac:cxnSpMkLst>
            <pc:docMk/>
            <pc:sldMk cId="3623124944" sldId="256"/>
            <ac:cxnSpMk id="155" creationId="{F03406A2-6CCB-A5BE-B3CE-2BD756B214C1}"/>
          </ac:cxnSpMkLst>
        </pc:cxnChg>
        <pc:cxnChg chg="add mod">
          <ac:chgData name="Dave Chou" userId="f56428da19ee4a5a" providerId="LiveId" clId="{5582528F-8DD4-45C5-9A06-99600AB1E4C6}" dt="2026-02-26T09:19:40.970" v="2592" actId="208"/>
          <ac:cxnSpMkLst>
            <pc:docMk/>
            <pc:sldMk cId="3623124944" sldId="256"/>
            <ac:cxnSpMk id="161" creationId="{00A51471-A39E-BDC3-5034-DF3F5D91842D}"/>
          </ac:cxnSpMkLst>
        </pc:cxnChg>
        <pc:cxnChg chg="add mod">
          <ac:chgData name="Dave Chou" userId="f56428da19ee4a5a" providerId="LiveId" clId="{5582528F-8DD4-45C5-9A06-99600AB1E4C6}" dt="2026-02-26T09:23:45.438" v="2602" actId="208"/>
          <ac:cxnSpMkLst>
            <pc:docMk/>
            <pc:sldMk cId="3623124944" sldId="256"/>
            <ac:cxnSpMk id="164" creationId="{87970C0F-6F3F-893E-41B5-78644995058A}"/>
          </ac:cxnSpMkLst>
        </pc:cxnChg>
        <pc:cxnChg chg="add mod">
          <ac:chgData name="Dave Chou" userId="f56428da19ee4a5a" providerId="LiveId" clId="{5582528F-8DD4-45C5-9A06-99600AB1E4C6}" dt="2026-02-26T09:24:39.939" v="2624" actId="208"/>
          <ac:cxnSpMkLst>
            <pc:docMk/>
            <pc:sldMk cId="3623124944" sldId="256"/>
            <ac:cxnSpMk id="167" creationId="{38EB087B-062C-D4AD-857E-0D90E2DDE6F1}"/>
          </ac:cxnSpMkLst>
        </pc:cxnChg>
        <pc:cxnChg chg="add mod">
          <ac:chgData name="Dave Chou" userId="f56428da19ee4a5a" providerId="LiveId" clId="{5582528F-8DD4-45C5-9A06-99600AB1E4C6}" dt="2026-02-26T09:24:36.572" v="2623" actId="208"/>
          <ac:cxnSpMkLst>
            <pc:docMk/>
            <pc:sldMk cId="3623124944" sldId="256"/>
            <ac:cxnSpMk id="170" creationId="{C6B64666-8D80-5A18-7C21-C8ACA0BC3DD4}"/>
          </ac:cxnSpMkLst>
        </pc:cxnChg>
        <pc:cxnChg chg="add mod">
          <ac:chgData name="Dave Chou" userId="f56428da19ee4a5a" providerId="LiveId" clId="{5582528F-8DD4-45C5-9A06-99600AB1E4C6}" dt="2026-02-26T09:30:48.701" v="2636" actId="208"/>
          <ac:cxnSpMkLst>
            <pc:docMk/>
            <pc:sldMk cId="3623124944" sldId="256"/>
            <ac:cxnSpMk id="173" creationId="{979CB19E-8ED4-263A-BFD2-1983A71E4FA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FC5181-CA25-C50F-BA03-FF2682E3B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DCF3F40-3F5F-1967-EE4E-7715781B2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0CD645F-104A-5345-934E-77ED4BE7E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3671-CF0C-4F6D-A016-C1732C93B1F4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5B90BB-73BA-F02D-5632-9ACFE79E8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F6FC0D-B017-E7B5-7A80-DB0B89F8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5FB4-A82F-4BBA-AA0C-6A6C8E6DF9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766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B72C00-4E0B-BA03-5B91-590B3A0E8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E4A6BB-8220-3FD1-BE08-6A7C0A19D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C891A2-5F28-6F3F-711F-8391FA897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3671-CF0C-4F6D-A016-C1732C93B1F4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64670A-8E04-DA8D-3C4E-6AA7383FE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F33C2A-75B1-B35A-CADC-DBBA697A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5FB4-A82F-4BBA-AA0C-6A6C8E6DF9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7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9632C7-C2E7-750F-7D0D-69DB1B045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7C71CF8-EAC5-7C65-E4EB-C5E00D85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5CC922-7D5B-EE19-1C04-AB2ED3594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3671-CF0C-4F6D-A016-C1732C93B1F4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78AED9-493F-38CD-BA34-A96ED89B1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9438FA-A866-808B-C752-F0D5F0AD7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5FB4-A82F-4BBA-AA0C-6A6C8E6DF9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6699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70A438-DE7C-798D-D360-F124CBE0C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DF444D-B2CD-24BB-4EC2-4FF3778B9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B143851-147F-8BAD-4BB1-18333A209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731D556-454E-A4D7-A955-C1C531D6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3671-CF0C-4F6D-A016-C1732C93B1F4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874530F-1A76-3024-469E-E5633924D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91A7E3-C9E9-E0A7-B4E3-51FF288C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5FB4-A82F-4BBA-AA0C-6A6C8E6DF9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78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6ED388-D9E6-2340-EA6B-BEAB2CFF0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DE8ACEC-2759-E59D-D6DE-DE308409D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4431AFD-5989-E191-E053-0BE962880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9EF9C66-04DA-713A-FD2B-6C9BD558D2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E28FC52-E76F-02E0-F168-524124C03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CBC93EA-BF76-A8A6-B7BF-4495854D8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3671-CF0C-4F6D-A016-C1732C93B1F4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16A179F-4F2A-778A-11CC-24056BCE9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299D171-A779-D727-5BAD-5BAD01B2D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5FB4-A82F-4BBA-AA0C-6A6C8E6DF9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426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990C19-1DFA-E0BF-332F-8838567FA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C4637CB-85B6-0BF6-7AE0-D145CCB2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3671-CF0C-4F6D-A016-C1732C93B1F4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6DE3113-77F3-4B96-F92A-6E849CF07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C2FF6DB-43C0-758B-8DE5-2337D3B5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5FB4-A82F-4BBA-AA0C-6A6C8E6DF9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5121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B9D7AD0-4D6C-F1B4-37DE-976A5B55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3671-CF0C-4F6D-A016-C1732C93B1F4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D4D841A-8190-650E-074C-F6A6B4066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1AA1A3-CA8F-71DE-B45B-E7F782A12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5FB4-A82F-4BBA-AA0C-6A6C8E6DF9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9847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58748F-CE20-209E-2C88-2CE68868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F5A7CC-A3BC-124B-A458-54E9C553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D5C3E68-B2C7-1946-0306-961ABFB12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2C409AE-5022-1C25-C325-966782686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3671-CF0C-4F6D-A016-C1732C93B1F4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1045F72-8329-DB7F-D4E8-5FFB11FF1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5FE10A-BBD0-EC65-480B-C0CB4FC16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5FB4-A82F-4BBA-AA0C-6A6C8E6DF9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6616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F8FC0E-3F55-D3C2-68B8-421DE0E66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7599AE9-EDED-6DF3-8932-90D386FAB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4C5F743-0BB8-A44D-2338-06B11C60C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A7A725-068B-75AD-EF5E-6580D336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3671-CF0C-4F6D-A016-C1732C93B1F4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5667CAD-0097-FB6C-4BD6-65A6C0D0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E81E047-FA6D-03B1-DD65-21A27D73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5FB4-A82F-4BBA-AA0C-6A6C8E6DF9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311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8EA3C1-A1C4-D4B1-1C62-E38FB2E12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A5D1E67-840A-1B5A-2BE6-3C4B6B0D8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FAC51D-A7CB-D498-A79D-118EBE38B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3671-CF0C-4F6D-A016-C1732C93B1F4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2D0F74-3632-4081-BDEF-48397B6A2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C22F5C-8808-E200-2E77-8313F7EA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5FB4-A82F-4BBA-AA0C-6A6C8E6DF9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669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D9C6EC2-105D-1FFC-C365-731C5DC32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4C7442A-42C0-28C9-FE57-AC45BC93F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1A6644-9735-8C41-AE99-DCFC2E440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C3671-CF0C-4F6D-A016-C1732C93B1F4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72EAEA-6C1E-2C87-BA52-5285A4BE3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C92CF9-941D-1203-79AB-1BEDB07CD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5FB4-A82F-4BBA-AA0C-6A6C8E6DF9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741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F8E8854-2A78-1613-26CE-27C5ADD8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87A5F5-679C-7EF3-E311-52E81A493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68AA78-0E37-8189-0756-D01F2E251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C3671-CF0C-4F6D-A016-C1732C93B1F4}" type="datetimeFigureOut">
              <a:rPr lang="zh-TW" altLang="en-US" smtClean="0"/>
              <a:t>2026/2/26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2437D8-D7B4-3D2D-730C-AFF75B1FE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82D4C8-44E3-AD76-717E-91240BA20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15FB4-A82F-4BBA-AA0C-6A6C8E6DF9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540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8D6AACCA-A3CA-1ABB-4CD0-58F22EAF252B}"/>
              </a:ext>
            </a:extLst>
          </p:cNvPr>
          <p:cNvGrpSpPr/>
          <p:nvPr/>
        </p:nvGrpSpPr>
        <p:grpSpPr>
          <a:xfrm>
            <a:off x="92766" y="109333"/>
            <a:ext cx="11973338" cy="6485930"/>
            <a:chOff x="92766" y="109333"/>
            <a:chExt cx="11973338" cy="6485930"/>
          </a:xfrm>
        </p:grpSpPr>
        <p:grpSp>
          <p:nvGrpSpPr>
            <p:cNvPr id="130" name="群組 129">
              <a:extLst>
                <a:ext uri="{FF2B5EF4-FFF2-40B4-BE49-F238E27FC236}">
                  <a16:creationId xmlns:a16="http://schemas.microsoft.com/office/drawing/2014/main" id="{8A06594C-C146-0378-60D1-92E78B169A54}"/>
                </a:ext>
              </a:extLst>
            </p:cNvPr>
            <p:cNvGrpSpPr/>
            <p:nvPr/>
          </p:nvGrpSpPr>
          <p:grpSpPr>
            <a:xfrm>
              <a:off x="92766" y="109333"/>
              <a:ext cx="11973338" cy="6364355"/>
              <a:chOff x="-39757" y="344558"/>
              <a:chExt cx="11973338" cy="6364355"/>
            </a:xfrm>
          </p:grpSpPr>
          <p:pic>
            <p:nvPicPr>
              <p:cNvPr id="7" name="圖形 6" descr="放大鏡 以實心填滿">
                <a:extLst>
                  <a:ext uri="{FF2B5EF4-FFF2-40B4-BE49-F238E27FC236}">
                    <a16:creationId xmlns:a16="http://schemas.microsoft.com/office/drawing/2014/main" id="{773760D8-95AE-2E98-4951-1A13D7412D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528313" y="1563755"/>
                <a:ext cx="496956" cy="496956"/>
              </a:xfrm>
              <a:prstGeom prst="rect">
                <a:avLst/>
              </a:prstGeom>
            </p:spPr>
          </p:pic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4A9922A1-A59D-BEDF-DABB-7F7D75E8272A}"/>
                  </a:ext>
                </a:extLst>
              </p:cNvPr>
              <p:cNvSpPr txBox="1"/>
              <p:nvPr/>
            </p:nvSpPr>
            <p:spPr>
              <a:xfrm>
                <a:off x="-39757" y="2474845"/>
                <a:ext cx="8647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 sessions</a:t>
                </a:r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矩形: 圓角 14">
                <a:extLst>
                  <a:ext uri="{FF2B5EF4-FFF2-40B4-BE49-F238E27FC236}">
                    <a16:creationId xmlns:a16="http://schemas.microsoft.com/office/drawing/2014/main" id="{7A4BC0E4-6E2F-A088-ABE6-37DA45AA0139}"/>
                  </a:ext>
                </a:extLst>
              </p:cNvPr>
              <p:cNvSpPr/>
              <p:nvPr/>
            </p:nvSpPr>
            <p:spPr>
              <a:xfrm>
                <a:off x="1229137" y="390939"/>
                <a:ext cx="2773018" cy="331966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: 圓角 15">
                <a:extLst>
                  <a:ext uri="{FF2B5EF4-FFF2-40B4-BE49-F238E27FC236}">
                    <a16:creationId xmlns:a16="http://schemas.microsoft.com/office/drawing/2014/main" id="{BEF332D4-8126-DCBF-3554-D299D3DB7D0E}"/>
                  </a:ext>
                </a:extLst>
              </p:cNvPr>
              <p:cNvSpPr/>
              <p:nvPr/>
            </p:nvSpPr>
            <p:spPr>
              <a:xfrm>
                <a:off x="5055704" y="381000"/>
                <a:ext cx="2696817" cy="1133061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8" name="流程圖: 多重文件 17">
                <a:extLst>
                  <a:ext uri="{FF2B5EF4-FFF2-40B4-BE49-F238E27FC236}">
                    <a16:creationId xmlns:a16="http://schemas.microsoft.com/office/drawing/2014/main" id="{AF5271DB-44ED-9120-3892-1072A79B0670}"/>
                  </a:ext>
                </a:extLst>
              </p:cNvPr>
              <p:cNvSpPr/>
              <p:nvPr/>
            </p:nvSpPr>
            <p:spPr>
              <a:xfrm>
                <a:off x="26506" y="1671298"/>
                <a:ext cx="775250" cy="758952"/>
              </a:xfrm>
              <a:prstGeom prst="flowChartMultidocumen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0" name="矩形: 圓角 19">
                <a:extLst>
                  <a:ext uri="{FF2B5EF4-FFF2-40B4-BE49-F238E27FC236}">
                    <a16:creationId xmlns:a16="http://schemas.microsoft.com/office/drawing/2014/main" id="{61CF35F4-547A-F4FA-C97D-412A5037993B}"/>
                  </a:ext>
                </a:extLst>
              </p:cNvPr>
              <p:cNvSpPr/>
              <p:nvPr/>
            </p:nvSpPr>
            <p:spPr>
              <a:xfrm>
                <a:off x="8978347" y="344558"/>
                <a:ext cx="2859158" cy="309106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書卷: 垂直 21">
                <a:extLst>
                  <a:ext uri="{FF2B5EF4-FFF2-40B4-BE49-F238E27FC236}">
                    <a16:creationId xmlns:a16="http://schemas.microsoft.com/office/drawing/2014/main" id="{8142ADC6-2720-D4D0-C7CB-D7AA89D0B279}"/>
                  </a:ext>
                </a:extLst>
              </p:cNvPr>
              <p:cNvSpPr/>
              <p:nvPr/>
            </p:nvSpPr>
            <p:spPr>
              <a:xfrm>
                <a:off x="9405730" y="5340627"/>
                <a:ext cx="2057399" cy="1368286"/>
              </a:xfrm>
              <a:prstGeom prst="verticalScroll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 useBgFill="1">
            <p:nvSpPr>
              <p:cNvPr id="21" name="矩形: 圓角 20">
                <a:extLst>
                  <a:ext uri="{FF2B5EF4-FFF2-40B4-BE49-F238E27FC236}">
                    <a16:creationId xmlns:a16="http://schemas.microsoft.com/office/drawing/2014/main" id="{7A098090-C9D2-5223-E1A3-F8D46FDE3BDE}"/>
                  </a:ext>
                </a:extLst>
              </p:cNvPr>
              <p:cNvSpPr/>
              <p:nvPr/>
            </p:nvSpPr>
            <p:spPr>
              <a:xfrm>
                <a:off x="9037980" y="4065104"/>
                <a:ext cx="2763079" cy="72224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5" name="流程圖: 磁碟 24">
                <a:extLst>
                  <a:ext uri="{FF2B5EF4-FFF2-40B4-BE49-F238E27FC236}">
                    <a16:creationId xmlns:a16="http://schemas.microsoft.com/office/drawing/2014/main" id="{4F8D453B-8036-9830-A7C6-542C37D0EE19}"/>
                  </a:ext>
                </a:extLst>
              </p:cNvPr>
              <p:cNvSpPr/>
              <p:nvPr/>
            </p:nvSpPr>
            <p:spPr>
              <a:xfrm>
                <a:off x="5436704" y="3667538"/>
                <a:ext cx="1951382" cy="1520687"/>
              </a:xfrm>
              <a:prstGeom prst="flowChartMagneticDisk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7" name="矩形: 圓角 26">
                <a:extLst>
                  <a:ext uri="{FF2B5EF4-FFF2-40B4-BE49-F238E27FC236}">
                    <a16:creationId xmlns:a16="http://schemas.microsoft.com/office/drawing/2014/main" id="{70E6B465-56E5-3FC4-D7A6-6577E9AD735C}"/>
                  </a:ext>
                </a:extLst>
              </p:cNvPr>
              <p:cNvSpPr/>
              <p:nvPr/>
            </p:nvSpPr>
            <p:spPr>
              <a:xfrm>
                <a:off x="1305337" y="1010479"/>
                <a:ext cx="2617305" cy="261067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62EA1A0-80A4-6658-8320-F75BC72A4F33}"/>
                  </a:ext>
                </a:extLst>
              </p:cNvPr>
              <p:cNvSpPr txBox="1"/>
              <p:nvPr/>
            </p:nvSpPr>
            <p:spPr>
              <a:xfrm>
                <a:off x="1623390" y="404191"/>
                <a:ext cx="186855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Screener</a:t>
                </a:r>
              </a:p>
              <a:p>
                <a:pPr algn="ctr"/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Self-Attention</a:t>
                </a:r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C43DA8B1-0348-F19F-7F2A-C7346ED2CA5D}"/>
                  </a:ext>
                </a:extLst>
              </p:cNvPr>
              <p:cNvSpPr txBox="1"/>
              <p:nvPr/>
            </p:nvSpPr>
            <p:spPr>
              <a:xfrm>
                <a:off x="2345635" y="1351722"/>
                <a:ext cx="8249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logits</a:t>
                </a:r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流程圖: 卡片 35">
                <a:extLst>
                  <a:ext uri="{FF2B5EF4-FFF2-40B4-BE49-F238E27FC236}">
                    <a16:creationId xmlns:a16="http://schemas.microsoft.com/office/drawing/2014/main" id="{6855340F-1354-5F14-8458-C46334FE9D9F}"/>
                  </a:ext>
                </a:extLst>
              </p:cNvPr>
              <p:cNvSpPr/>
              <p:nvPr/>
            </p:nvSpPr>
            <p:spPr>
              <a:xfrm>
                <a:off x="1630018" y="1918253"/>
                <a:ext cx="665922" cy="685799"/>
              </a:xfrm>
              <a:prstGeom prst="flowChartPunchedCard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AD52BE38-290C-0A93-D16E-3FA92D866A53}"/>
                  </a:ext>
                </a:extLst>
              </p:cNvPr>
              <p:cNvSpPr/>
              <p:nvPr/>
            </p:nvSpPr>
            <p:spPr>
              <a:xfrm>
                <a:off x="1692964" y="2160104"/>
                <a:ext cx="556591" cy="28823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99071CA3-5829-3B91-4213-C1BB7488B486}"/>
                  </a:ext>
                </a:extLst>
              </p:cNvPr>
              <p:cNvSpPr txBox="1"/>
              <p:nvPr/>
            </p:nvSpPr>
            <p:spPr>
              <a:xfrm>
                <a:off x="1606827" y="2156789"/>
                <a:ext cx="68579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</a:t>
                </a:r>
                <a:endParaRPr lang="zh-TW" alt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9CEC4C1-D9AB-CCFE-4086-1F61FDDD6BC6}"/>
                  </a:ext>
                </a:extLst>
              </p:cNvPr>
              <p:cNvSpPr txBox="1"/>
              <p:nvPr/>
            </p:nvSpPr>
            <p:spPr>
              <a:xfrm>
                <a:off x="2392016" y="1974573"/>
                <a:ext cx="8150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</a:t>
                </a:r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026C9B76-5939-322B-AC31-046032E73C78}"/>
                  </a:ext>
                </a:extLst>
              </p:cNvPr>
              <p:cNvSpPr txBox="1"/>
              <p:nvPr/>
            </p:nvSpPr>
            <p:spPr>
              <a:xfrm>
                <a:off x="2382078" y="2219740"/>
                <a:ext cx="9442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Anomaly</a:t>
                </a:r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" name="文字方塊 40">
                    <a:extLst>
                      <a:ext uri="{FF2B5EF4-FFF2-40B4-BE49-F238E27FC236}">
                        <a16:creationId xmlns:a16="http://schemas.microsoft.com/office/drawing/2014/main" id="{612D1B0B-FF0E-B86E-81AE-D55EEF3C4AC9}"/>
                      </a:ext>
                    </a:extLst>
                  </p:cNvPr>
                  <p:cNvSpPr txBox="1"/>
                  <p:nvPr/>
                </p:nvSpPr>
                <p:spPr>
                  <a:xfrm>
                    <a:off x="1391479" y="2633871"/>
                    <a:ext cx="256429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TW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logits = [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𝑛𝑜𝑟𝑚</m:t>
                            </m:r>
                          </m:sub>
                        </m:sSub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, </m:t>
                        </m:r>
                        <m:sSub>
                          <m:sSubPr>
                            <m:ctrlPr>
                              <a:rPr lang="en-US" altLang="zh-TW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𝑎𝑛𝑜𝑟𝑚</m:t>
                            </m:r>
                          </m:sub>
                        </m:sSub>
                        <m:r>
                          <a:rPr lang="en-US" altLang="zh-TW" sz="16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oMath>
                    </a14:m>
                    <a:endParaRPr lang="en-US" altLang="zh-TW" sz="16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41" name="文字方塊 40">
                    <a:extLst>
                      <a:ext uri="{FF2B5EF4-FFF2-40B4-BE49-F238E27FC236}">
                        <a16:creationId xmlns:a16="http://schemas.microsoft.com/office/drawing/2014/main" id="{612D1B0B-FF0E-B86E-81AE-D55EEF3C4A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479" y="2633871"/>
                    <a:ext cx="2564296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188"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EC9AD848-A71E-A125-D0FF-144EE2B62283}"/>
                  </a:ext>
                </a:extLst>
              </p:cNvPr>
              <p:cNvSpPr txBox="1"/>
              <p:nvPr/>
            </p:nvSpPr>
            <p:spPr>
              <a:xfrm>
                <a:off x="1384853" y="2928730"/>
                <a:ext cx="203752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 = argmax(logits)</a:t>
                </a:r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44" name="圖形 43" descr="聲波 以實心填滿">
                <a:extLst>
                  <a:ext uri="{FF2B5EF4-FFF2-40B4-BE49-F238E27FC236}">
                    <a16:creationId xmlns:a16="http://schemas.microsoft.com/office/drawing/2014/main" id="{9CDD3E93-D69A-685A-057B-82F09EFA32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567070" y="1116497"/>
                <a:ext cx="771938" cy="771938"/>
              </a:xfrm>
              <a:prstGeom prst="rect">
                <a:avLst/>
              </a:prstGeom>
            </p:spPr>
          </p:pic>
          <p:cxnSp>
            <p:nvCxnSpPr>
              <p:cNvPr id="50" name="直線單箭頭接點 49">
                <a:extLst>
                  <a:ext uri="{FF2B5EF4-FFF2-40B4-BE49-F238E27FC236}">
                    <a16:creationId xmlns:a16="http://schemas.microsoft.com/office/drawing/2014/main" id="{148E243F-767E-6790-5F80-9EF46DDC721D}"/>
                  </a:ext>
                </a:extLst>
              </p:cNvPr>
              <p:cNvCxnSpPr>
                <a:cxnSpLocks/>
                <a:stCxn id="18" idx="3"/>
                <a:endCxn id="15" idx="1"/>
              </p:cNvCxnSpPr>
              <p:nvPr/>
            </p:nvCxnSpPr>
            <p:spPr>
              <a:xfrm>
                <a:off x="801756" y="2050774"/>
                <a:ext cx="42738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1F664F5A-D25D-1E67-FBF6-34D9FD4DA7C1}"/>
                  </a:ext>
                </a:extLst>
              </p:cNvPr>
              <p:cNvSpPr txBox="1"/>
              <p:nvPr/>
            </p:nvSpPr>
            <p:spPr>
              <a:xfrm>
                <a:off x="5575852" y="453886"/>
                <a:ext cx="14014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Gating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5AC3A4B0-0DB2-9871-6A67-D761BBEECE75}"/>
                  </a:ext>
                </a:extLst>
              </p:cNvPr>
              <p:cNvSpPr txBox="1"/>
              <p:nvPr/>
            </p:nvSpPr>
            <p:spPr>
              <a:xfrm>
                <a:off x="5761382" y="705679"/>
                <a:ext cx="1600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BE9A6050-E8B0-D4C8-F188-8A5016183F99}"/>
                  </a:ext>
                </a:extLst>
              </p:cNvPr>
              <p:cNvSpPr txBox="1"/>
              <p:nvPr/>
            </p:nvSpPr>
            <p:spPr>
              <a:xfrm>
                <a:off x="5151783" y="894522"/>
                <a:ext cx="275313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 a: Explain-all</a:t>
                </a:r>
              </a:p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 b: Top-K by uncertainty</a:t>
                </a:r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AB4C524A-9900-E651-C0AD-2DB214EDC20E}"/>
                  </a:ext>
                </a:extLst>
              </p:cNvPr>
              <p:cNvSpPr txBox="1"/>
              <p:nvPr/>
            </p:nvSpPr>
            <p:spPr>
              <a:xfrm>
                <a:off x="5377070" y="4280452"/>
                <a:ext cx="206733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Evidence Store</a:t>
                </a:r>
              </a:p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 set)</a:t>
                </a:r>
              </a:p>
            </p:txBody>
          </p:sp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4668320A-2FC2-D57D-F48C-8DC24D4672A1}"/>
                  </a:ext>
                </a:extLst>
              </p:cNvPr>
              <p:cNvSpPr txBox="1"/>
              <p:nvPr/>
            </p:nvSpPr>
            <p:spPr>
              <a:xfrm>
                <a:off x="9180443" y="364435"/>
                <a:ext cx="2345635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Reasoner</a:t>
                </a:r>
              </a:p>
              <a:p>
                <a:pPr algn="ctr"/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LLM</a:t>
                </a:r>
                <a:r>
                  <a:rPr lang="zh-TW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71" name="圖形 70" descr="觸碰 以實心填滿">
                <a:extLst>
                  <a:ext uri="{FF2B5EF4-FFF2-40B4-BE49-F238E27FC236}">
                    <a16:creationId xmlns:a16="http://schemas.microsoft.com/office/drawing/2014/main" id="{3B5AAF1B-FA57-2714-B478-E6BA017659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024731" y="974035"/>
                <a:ext cx="914400" cy="914400"/>
              </a:xfrm>
              <a:prstGeom prst="rect">
                <a:avLst/>
              </a:prstGeom>
            </p:spPr>
          </p:pic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8762230E-E955-76B1-6A1E-1DB00CBDBD7E}"/>
                  </a:ext>
                </a:extLst>
              </p:cNvPr>
              <p:cNvSpPr txBox="1"/>
              <p:nvPr/>
            </p:nvSpPr>
            <p:spPr>
              <a:xfrm>
                <a:off x="9985513" y="947531"/>
                <a:ext cx="179567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Analyze context</a:t>
                </a:r>
              </a:p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Generate</a:t>
                </a:r>
              </a:p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Claims</a:t>
                </a:r>
              </a:p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Evidence IDs</a:t>
                </a:r>
              </a:p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409921C1-B7F9-D647-3F7A-FED6AC29ED27}"/>
                  </a:ext>
                </a:extLst>
              </p:cNvPr>
              <p:cNvSpPr txBox="1"/>
              <p:nvPr/>
            </p:nvSpPr>
            <p:spPr>
              <a:xfrm>
                <a:off x="8961782" y="2136913"/>
                <a:ext cx="2971799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Claims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</a:p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claim 1: Evidence IDs: E2, E5</a:t>
                </a:r>
              </a:p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claim 2: Evidence IDs: E1</a:t>
                </a:r>
              </a:p>
              <a:p>
                <a:r>
                  <a:rPr lang="en-US" altLang="zh-TW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…}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E06CBA6E-79C8-3950-971F-1114AAEECCC7}"/>
                  </a:ext>
                </a:extLst>
              </p:cNvPr>
              <p:cNvSpPr txBox="1"/>
              <p:nvPr/>
            </p:nvSpPr>
            <p:spPr>
              <a:xfrm>
                <a:off x="9733722" y="4260576"/>
                <a:ext cx="12655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Verifier</a:t>
                </a:r>
              </a:p>
            </p:txBody>
          </p:sp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D88C3A32-ECFB-4639-393B-EE79C810B4A3}"/>
                  </a:ext>
                </a:extLst>
              </p:cNvPr>
              <p:cNvSpPr txBox="1"/>
              <p:nvPr/>
            </p:nvSpPr>
            <p:spPr>
              <a:xfrm>
                <a:off x="4210878" y="4803913"/>
                <a:ext cx="8746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1F917423-B44E-9AD9-94D7-F7CED14A6FB7}"/>
                  </a:ext>
                </a:extLst>
              </p:cNvPr>
              <p:cNvSpPr txBox="1"/>
              <p:nvPr/>
            </p:nvSpPr>
            <p:spPr>
              <a:xfrm>
                <a:off x="5486399" y="5933661"/>
                <a:ext cx="11728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74F574FE-21D8-7DA9-E089-EB6681256DA3}"/>
                  </a:ext>
                </a:extLst>
              </p:cNvPr>
              <p:cNvSpPr txBox="1"/>
              <p:nvPr/>
            </p:nvSpPr>
            <p:spPr>
              <a:xfrm>
                <a:off x="6592956" y="5927034"/>
                <a:ext cx="11728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69B54053-3672-0A02-8F15-F756A3D7C130}"/>
                  </a:ext>
                </a:extLst>
              </p:cNvPr>
              <p:cNvSpPr txBox="1"/>
              <p:nvPr/>
            </p:nvSpPr>
            <p:spPr>
              <a:xfrm>
                <a:off x="5585791" y="6311347"/>
                <a:ext cx="30214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2" name="直線單箭頭接點 91">
                <a:extLst>
                  <a:ext uri="{FF2B5EF4-FFF2-40B4-BE49-F238E27FC236}">
                    <a16:creationId xmlns:a16="http://schemas.microsoft.com/office/drawing/2014/main" id="{1927E915-47D0-C3CC-C64E-1075E7F3BC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02157" y="1013792"/>
                <a:ext cx="102041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文字方塊 115">
                <a:extLst>
                  <a:ext uri="{FF2B5EF4-FFF2-40B4-BE49-F238E27FC236}">
                    <a16:creationId xmlns:a16="http://schemas.microsoft.com/office/drawing/2014/main" id="{AED8D38B-C5BD-9479-B480-91ACC8B6D64F}"/>
                  </a:ext>
                </a:extLst>
              </p:cNvPr>
              <p:cNvSpPr txBox="1"/>
              <p:nvPr/>
            </p:nvSpPr>
            <p:spPr>
              <a:xfrm>
                <a:off x="4227442" y="3207026"/>
                <a:ext cx="22164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Retrieve Top-k Evidence</a:t>
                </a:r>
                <a:endParaRPr lang="zh-TW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文字方塊 1">
                  <a:extLst>
                    <a:ext uri="{FF2B5EF4-FFF2-40B4-BE49-F238E27FC236}">
                      <a16:creationId xmlns:a16="http://schemas.microsoft.com/office/drawing/2014/main" id="{46EC989C-9C6A-2084-2046-B7D806DEE135}"/>
                    </a:ext>
                  </a:extLst>
                </p:cNvPr>
                <p:cNvSpPr txBox="1"/>
                <p:nvPr/>
              </p:nvSpPr>
              <p:spPr>
                <a:xfrm>
                  <a:off x="1490871" y="2948610"/>
                  <a:ext cx="254441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margin = |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𝑎𝑛𝑜𝑚</m:t>
                          </m:r>
                        </m:sub>
                      </m:sSub>
                      <m:r>
                        <a:rPr lang="en-US" altLang="zh-TW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𝑛𝑜𝑟𝑚</m:t>
                          </m:r>
                        </m:sub>
                      </m:sSub>
                    </m:oMath>
                  </a14:m>
                  <a:r>
                    <a:rPr lang="en-US" altLang="zh-TW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|</a:t>
                  </a:r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" name="文字方塊 1">
                  <a:extLst>
                    <a:ext uri="{FF2B5EF4-FFF2-40B4-BE49-F238E27FC236}">
                      <a16:creationId xmlns:a16="http://schemas.microsoft.com/office/drawing/2014/main" id="{46EC989C-9C6A-2084-2046-B7D806DEE1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0871" y="2948610"/>
                  <a:ext cx="2544417" cy="338554"/>
                </a:xfrm>
                <a:prstGeom prst="rect">
                  <a:avLst/>
                </a:prstGeom>
                <a:blipFill>
                  <a:blip r:embed="rId9"/>
                  <a:stretch>
                    <a:fillRect l="-1439" t="-5455" b="-2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74FF5DEE-928F-3081-BFF4-0A2165BD3A80}"/>
                </a:ext>
              </a:extLst>
            </p:cNvPr>
            <p:cNvSpPr/>
            <p:nvPr/>
          </p:nvSpPr>
          <p:spPr>
            <a:xfrm>
              <a:off x="5171659" y="1888435"/>
              <a:ext cx="2739887" cy="81500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noFill/>
              </a:endParaRPr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69A93254-1B30-1AA3-5E3D-7B8AC070DEB5}"/>
                </a:ext>
              </a:extLst>
            </p:cNvPr>
            <p:cNvSpPr txBox="1"/>
            <p:nvPr/>
          </p:nvSpPr>
          <p:spPr>
            <a:xfrm>
              <a:off x="5512905" y="2080592"/>
              <a:ext cx="21070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Retriever (BM25)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74D2AF3E-714A-163D-104B-77EFC11459F3}"/>
                </a:ext>
              </a:extLst>
            </p:cNvPr>
            <p:cNvSpPr txBox="1"/>
            <p:nvPr/>
          </p:nvSpPr>
          <p:spPr>
            <a:xfrm>
              <a:off x="4306957" y="178904"/>
              <a:ext cx="8216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pred, margin</a:t>
              </a:r>
              <a:endPara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1E03148A-786B-1CDD-753C-C943D5BF1FF9}"/>
                </a:ext>
              </a:extLst>
            </p:cNvPr>
            <p:cNvSpPr txBox="1"/>
            <p:nvPr/>
          </p:nvSpPr>
          <p:spPr>
            <a:xfrm>
              <a:off x="5035827" y="1398105"/>
              <a:ext cx="18221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selected sessions</a:t>
              </a:r>
              <a:endPara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6B043DBC-5C58-7C8F-664F-BBE61D98E883}"/>
                </a:ext>
              </a:extLst>
            </p:cNvPr>
            <p:cNvSpPr txBox="1"/>
            <p:nvPr/>
          </p:nvSpPr>
          <p:spPr>
            <a:xfrm>
              <a:off x="7878415" y="1789044"/>
              <a:ext cx="15637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Prompt context (top-k docs)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1" name="直線單箭頭接點 90">
              <a:extLst>
                <a:ext uri="{FF2B5EF4-FFF2-40B4-BE49-F238E27FC236}">
                  <a16:creationId xmlns:a16="http://schemas.microsoft.com/office/drawing/2014/main" id="{32B51A3D-C038-B58C-8F12-907AF15BBA86}"/>
                </a:ext>
              </a:extLst>
            </p:cNvPr>
            <p:cNvCxnSpPr>
              <a:stCxn id="20" idx="2"/>
              <a:endCxn id="21" idx="0"/>
            </p:cNvCxnSpPr>
            <p:nvPr/>
          </p:nvCxnSpPr>
          <p:spPr>
            <a:xfrm>
              <a:off x="10540449" y="3200401"/>
              <a:ext cx="11594" cy="6294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9A6A0274-980C-5A58-9071-885A9D8E41E8}"/>
                </a:ext>
              </a:extLst>
            </p:cNvPr>
            <p:cNvSpPr txBox="1"/>
            <p:nvPr/>
          </p:nvSpPr>
          <p:spPr>
            <a:xfrm>
              <a:off x="10508975" y="3352799"/>
              <a:ext cx="13649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Claims + IDs</a:t>
              </a:r>
              <a:endPara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流程圖: 磁碟 98">
              <a:extLst>
                <a:ext uri="{FF2B5EF4-FFF2-40B4-BE49-F238E27FC236}">
                  <a16:creationId xmlns:a16="http://schemas.microsoft.com/office/drawing/2014/main" id="{E6078DB3-8FD1-9D26-BAA6-660D69AAA6EE}"/>
                </a:ext>
              </a:extLst>
            </p:cNvPr>
            <p:cNvSpPr/>
            <p:nvPr/>
          </p:nvSpPr>
          <p:spPr>
            <a:xfrm>
              <a:off x="2117033" y="5062330"/>
              <a:ext cx="2011017" cy="1494182"/>
            </a:xfrm>
            <a:prstGeom prst="flowChartMagneticDisk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1" name="矩形: 圓角 100">
              <a:extLst>
                <a:ext uri="{FF2B5EF4-FFF2-40B4-BE49-F238E27FC236}">
                  <a16:creationId xmlns:a16="http://schemas.microsoft.com/office/drawing/2014/main" id="{365F45C4-B2DA-9B77-649D-4AFBCA33DA7E}"/>
                </a:ext>
              </a:extLst>
            </p:cNvPr>
            <p:cNvSpPr/>
            <p:nvPr/>
          </p:nvSpPr>
          <p:spPr>
            <a:xfrm flipV="1">
              <a:off x="5201478" y="5453270"/>
              <a:ext cx="2776331" cy="68911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6B2A22F6-84A5-64CF-D4C0-3B0E188302F8}"/>
                </a:ext>
              </a:extLst>
            </p:cNvPr>
            <p:cNvSpPr txBox="1"/>
            <p:nvPr/>
          </p:nvSpPr>
          <p:spPr>
            <a:xfrm>
              <a:off x="5453270" y="5638803"/>
              <a:ext cx="2312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Signature Extraction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文字方塊 112">
              <a:extLst>
                <a:ext uri="{FF2B5EF4-FFF2-40B4-BE49-F238E27FC236}">
                  <a16:creationId xmlns:a16="http://schemas.microsoft.com/office/drawing/2014/main" id="{04765A13-6F92-1425-C849-1E45CA8ED162}"/>
                </a:ext>
              </a:extLst>
            </p:cNvPr>
            <p:cNvSpPr txBox="1"/>
            <p:nvPr/>
          </p:nvSpPr>
          <p:spPr>
            <a:xfrm>
              <a:off x="9965635" y="5446642"/>
              <a:ext cx="129871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Traceable Explanation </a:t>
              </a:r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(Per-session)</a:t>
              </a:r>
              <a:endPara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文字方塊 113">
              <a:extLst>
                <a:ext uri="{FF2B5EF4-FFF2-40B4-BE49-F238E27FC236}">
                  <a16:creationId xmlns:a16="http://schemas.microsoft.com/office/drawing/2014/main" id="{193F3BFC-8CD1-2F29-9C73-894D0B55CBA0}"/>
                </a:ext>
              </a:extLst>
            </p:cNvPr>
            <p:cNvSpPr txBox="1"/>
            <p:nvPr/>
          </p:nvSpPr>
          <p:spPr>
            <a:xfrm>
              <a:off x="2451652" y="5671933"/>
              <a:ext cx="147099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Normalized </a:t>
              </a:r>
            </a:p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Signatures</a:t>
              </a:r>
            </a:p>
            <a:p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26" name="直線單箭頭接點 125">
              <a:extLst>
                <a:ext uri="{FF2B5EF4-FFF2-40B4-BE49-F238E27FC236}">
                  <a16:creationId xmlns:a16="http://schemas.microsoft.com/office/drawing/2014/main" id="{A01F6F26-C56D-4120-3BDD-52270512B975}"/>
                </a:ext>
              </a:extLst>
            </p:cNvPr>
            <p:cNvCxnSpPr>
              <a:cxnSpLocks/>
              <a:stCxn id="16" idx="2"/>
              <a:endCxn id="34" idx="0"/>
            </p:cNvCxnSpPr>
            <p:nvPr/>
          </p:nvCxnSpPr>
          <p:spPr>
            <a:xfrm>
              <a:off x="6536636" y="1278836"/>
              <a:ext cx="4967" cy="6095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直線單箭頭接點 135">
              <a:extLst>
                <a:ext uri="{FF2B5EF4-FFF2-40B4-BE49-F238E27FC236}">
                  <a16:creationId xmlns:a16="http://schemas.microsoft.com/office/drawing/2014/main" id="{DFD06861-D441-3C75-74AA-7AA2BB7DFCE4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7911546" y="2295940"/>
              <a:ext cx="118607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單箭頭接點 154">
              <a:extLst>
                <a:ext uri="{FF2B5EF4-FFF2-40B4-BE49-F238E27FC236}">
                  <a16:creationId xmlns:a16="http://schemas.microsoft.com/office/drawing/2014/main" id="{F03406A2-6CCB-A5BE-B3CE-2BD756B214C1}"/>
                </a:ext>
              </a:extLst>
            </p:cNvPr>
            <p:cNvCxnSpPr>
              <a:cxnSpLocks/>
              <a:stCxn id="25" idx="4"/>
              <a:endCxn id="21" idx="1"/>
            </p:cNvCxnSpPr>
            <p:nvPr/>
          </p:nvCxnSpPr>
          <p:spPr>
            <a:xfrm flipV="1">
              <a:off x="7520609" y="4191002"/>
              <a:ext cx="1649894" cy="16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1" name="直線單箭頭接點 160">
            <a:extLst>
              <a:ext uri="{FF2B5EF4-FFF2-40B4-BE49-F238E27FC236}">
                <a16:creationId xmlns:a16="http://schemas.microsoft.com/office/drawing/2014/main" id="{00A51471-A39E-BDC3-5034-DF3F5D91842D}"/>
              </a:ext>
            </a:extLst>
          </p:cNvPr>
          <p:cNvCxnSpPr>
            <a:cxnSpLocks/>
            <a:stCxn id="25" idx="1"/>
            <a:endCxn id="34" idx="2"/>
          </p:cNvCxnSpPr>
          <p:nvPr/>
        </p:nvCxnSpPr>
        <p:spPr>
          <a:xfrm flipH="1" flipV="1">
            <a:off x="6541603" y="2703444"/>
            <a:ext cx="3315" cy="7288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直線單箭頭接點 163">
            <a:extLst>
              <a:ext uri="{FF2B5EF4-FFF2-40B4-BE49-F238E27FC236}">
                <a16:creationId xmlns:a16="http://schemas.microsoft.com/office/drawing/2014/main" id="{87970C0F-6F3F-893E-41B5-78644995058A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10552043" y="4552124"/>
            <a:ext cx="14910" cy="5532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直線單箭頭接點 166">
            <a:extLst>
              <a:ext uri="{FF2B5EF4-FFF2-40B4-BE49-F238E27FC236}">
                <a16:creationId xmlns:a16="http://schemas.microsoft.com/office/drawing/2014/main" id="{38EB087B-062C-D4AD-857E-0D90E2DDE6F1}"/>
              </a:ext>
            </a:extLst>
          </p:cNvPr>
          <p:cNvCxnSpPr>
            <a:cxnSpLocks/>
            <a:stCxn id="22" idx="1"/>
            <a:endCxn id="101" idx="3"/>
          </p:cNvCxnSpPr>
          <p:nvPr/>
        </p:nvCxnSpPr>
        <p:spPr>
          <a:xfrm flipH="1">
            <a:off x="7977809" y="5789545"/>
            <a:ext cx="1731480" cy="82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直線單箭頭接點 169">
            <a:extLst>
              <a:ext uri="{FF2B5EF4-FFF2-40B4-BE49-F238E27FC236}">
                <a16:creationId xmlns:a16="http://schemas.microsoft.com/office/drawing/2014/main" id="{C6B64666-8D80-5A18-7C21-C8ACA0BC3DD4}"/>
              </a:ext>
            </a:extLst>
          </p:cNvPr>
          <p:cNvCxnSpPr>
            <a:cxnSpLocks/>
            <a:stCxn id="101" idx="1"/>
            <a:endCxn id="99" idx="4"/>
          </p:cNvCxnSpPr>
          <p:nvPr/>
        </p:nvCxnSpPr>
        <p:spPr>
          <a:xfrm flipH="1">
            <a:off x="4128050" y="5797826"/>
            <a:ext cx="1073428" cy="115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直線單箭頭接點 172">
            <a:extLst>
              <a:ext uri="{FF2B5EF4-FFF2-40B4-BE49-F238E27FC236}">
                <a16:creationId xmlns:a16="http://schemas.microsoft.com/office/drawing/2014/main" id="{979CB19E-8ED4-263A-BFD2-1983A71E4FAB}"/>
              </a:ext>
            </a:extLst>
          </p:cNvPr>
          <p:cNvCxnSpPr>
            <a:cxnSpLocks/>
          </p:cNvCxnSpPr>
          <p:nvPr/>
        </p:nvCxnSpPr>
        <p:spPr>
          <a:xfrm>
            <a:off x="7891670" y="695739"/>
            <a:ext cx="12125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文字方塊 175">
            <a:extLst>
              <a:ext uri="{FF2B5EF4-FFF2-40B4-BE49-F238E27FC236}">
                <a16:creationId xmlns:a16="http://schemas.microsoft.com/office/drawing/2014/main" id="{310980D5-17FB-582E-BC71-3CF8E99DC04D}"/>
              </a:ext>
            </a:extLst>
          </p:cNvPr>
          <p:cNvSpPr txBox="1"/>
          <p:nvPr/>
        </p:nvSpPr>
        <p:spPr>
          <a:xfrm>
            <a:off x="7885043" y="298174"/>
            <a:ext cx="1166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logs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文字方塊 176">
            <a:extLst>
              <a:ext uri="{FF2B5EF4-FFF2-40B4-BE49-F238E27FC236}">
                <a16:creationId xmlns:a16="http://schemas.microsoft.com/office/drawing/2014/main" id="{28E954C3-9425-B93B-AE6F-71D89D125236}"/>
              </a:ext>
            </a:extLst>
          </p:cNvPr>
          <p:cNvSpPr txBox="1"/>
          <p:nvPr/>
        </p:nvSpPr>
        <p:spPr>
          <a:xfrm>
            <a:off x="4061792" y="6380922"/>
            <a:ext cx="5453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Fig. 1.</a:t>
            </a:r>
            <a:r>
              <a:rPr lang="en-US" altLang="zh-TW" dirty="0"/>
              <a:t> Overview of the Screener–Reasoner framework.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3124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128</Words>
  <Application>Microsoft Office PowerPoint</Application>
  <PresentationFormat>寬螢幕</PresentationFormat>
  <Paragraphs>39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Chou</dc:creator>
  <cp:lastModifiedBy>Dave Chou</cp:lastModifiedBy>
  <cp:revision>1</cp:revision>
  <dcterms:created xsi:type="dcterms:W3CDTF">2026-02-23T06:32:05Z</dcterms:created>
  <dcterms:modified xsi:type="dcterms:W3CDTF">2026-02-26T11:26:22Z</dcterms:modified>
</cp:coreProperties>
</file>